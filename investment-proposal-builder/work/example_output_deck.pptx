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0.33704701</c:v>
                </c:pt>
                <c:pt idx="1">
                  <c:v>0.25043606</c:v>
                </c:pt>
                <c:pt idx="2">
                  <c:v>0.1627031</c:v>
                </c:pt>
                <c:pt idx="3">
                  <c:v>0.15084641</c:v>
                </c:pt>
                <c:pt idx="4">
                  <c:v>0.05502035</c:v>
                </c:pt>
                <c:pt idx="5">
                  <c:v>0.037979059999999995</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0.6453719</c:v>
                </c:pt>
                <c:pt idx="1">
                  <c:v>0.19192499999999998</c:v>
                </c:pt>
                <c:pt idx="2">
                  <c:v>0.1627031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3.8%</a:t>
                      </a:r>
                    </a:p>
                  </a:txBody>
                  <a:tcPr marL="45720" marR="45720" marT="9144" marB="9144" anchor="ctr">
                    <a:solidFill>
                      <a:srgbClr val="FFC545"/>
                    </a:solidFill>
                  </a:tcPr>
                </a:tc>
              </a:tr>
              <a:tr h="2050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241k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230k</a:t>
                      </a:r>
                    </a:p>
                  </a:txBody>
                  <a:tcPr marL="45720" marR="45720" anchor="ctr">
                    <a:noFill/>
                  </a:tcPr>
                </a:tc>
                <a:tc>
                  <a:txBody>
                    <a:bodyPr wrap="square"/>
                    <a:lstStyle/>
                    <a:p>
                      <a:pPr algn="r"/>
                      <a:r>
                        <a:rPr sz="900" b="0">
                          <a:solidFill>
                            <a:srgbClr val="202945"/>
                          </a:solidFill>
                        </a:rPr>
                        <a:t>0.9%</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25.0%</a:t>
                      </a:r>
                    </a:p>
                  </a:txBody>
                  <a:tcPr marL="45720" marR="45720" marT="9144" marB="9144" anchor="ctr">
                    <a:solidFill>
                      <a:srgbClr val="3BAF90"/>
                    </a:solidFill>
                  </a:tcPr>
                </a:tc>
              </a:tr>
              <a:tr h="2050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