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0.33704701</c:v>
                </c:pt>
                <c:pt idx="1">
                  <c:v>0.25043606</c:v>
                </c:pt>
                <c:pt idx="2">
                  <c:v>0.1627031</c:v>
                </c:pt>
                <c:pt idx="3">
                  <c:v>0.15084641</c:v>
                </c:pt>
                <c:pt idx="4">
                  <c:v>0.05502035</c:v>
                </c:pt>
                <c:pt idx="5">
                  <c:v>0.037979059999999995</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0.6453719</c:v>
                </c:pt>
                <c:pt idx="1">
                  <c:v>0.19192499999999998</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