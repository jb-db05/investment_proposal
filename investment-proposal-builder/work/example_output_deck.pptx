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44"/>
    <p:sldId id="2147379400" r:id="rId49"/>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7.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0.33704700000000004</c:v>
                </c:pt>
                <c:pt idx="1">
                  <c:v>0.250436</c:v>
                </c:pt>
                <c:pt idx="2">
                  <c:v>0.162703</c:v>
                </c:pt>
                <c:pt idx="3">
                  <c:v>0.150846</c:v>
                </c:pt>
                <c:pt idx="4">
                  <c:v>0.05502</c:v>
                </c:pt>
                <c:pt idx="5">
                  <c:v>0.037979</c:v>
                </c:pt>
                <c:pt idx="6">
                  <c:v>0.005968</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0.40389899999999995</c:v>
                </c:pt>
                <c:pt idx="1">
                  <c:v>0.29621400000000003</c:v>
                </c:pt>
                <c:pt idx="2">
                  <c:v>0.22914</c:v>
                </c:pt>
                <c:pt idx="3">
                  <c:v>0.039212</c:v>
                </c:pt>
                <c:pt idx="4">
                  <c:v>0.010934</c:v>
                </c:pt>
                <c:pt idx="5">
                  <c:v>0.010481</c:v>
                </c:pt>
                <c:pt idx="6">
                  <c:v>0.01012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0.5561699999999999</c:v>
                </c:pt>
                <c:pt idx="1">
                  <c:v>0.310913</c:v>
                </c:pt>
                <c:pt idx="2">
                  <c:v>0.125588</c:v>
                </c:pt>
                <c:pt idx="3">
                  <c:v>0.007329</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0.578522</c:v>
                </c:pt>
                <c:pt idx="1">
                  <c:v>0.227667</c:v>
                </c:pt>
                <c:pt idx="2">
                  <c:v>0.19381199999999998</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0.9394710000000001</c:v>
                </c:pt>
                <c:pt idx="1">
                  <c:v>0.060529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0.43587899999999996</c:v>
                </c:pt>
                <c:pt idx="1">
                  <c:v>0.265443</c:v>
                </c:pt>
                <c:pt idx="2">
                  <c:v>0.189847</c:v>
                </c:pt>
                <c:pt idx="3">
                  <c:v>0.059898999999999994</c:v>
                </c:pt>
                <c:pt idx="4">
                  <c:v>0.048933</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0.645372</c:v>
                </c:pt>
                <c:pt idx="1">
                  <c:v>0.19192499999999998</c:v>
                </c:pt>
                <c:pt idx="2">
                  <c:v>0.162703</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1995723" y="5005675"/>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6774290" y="5042349"/>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a:p>
            <a:pPr algn="l"/>
            <a:r>
              <a:rPr lang="en-US" sz="1400" b="1" noProof="0">
                <a:solidFill>
                  <a:srgbClr val="202945"/>
                </a:solidFill>
                <a:latin typeface="Nunito Sans ExtraBold"/>
              </a:rPr>
              <a:t>(not available: the custodian file carries no sector field for these holdings — see references/assumptions.md §7)</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 (not available for this custodian file)</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 (not available for this custodian file)</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